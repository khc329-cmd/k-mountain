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2743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⛰️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68680" y="2743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Peaks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5486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한국의 명산 158 · k-mountain.champrime.kr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한국의 명산,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정복하기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05740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Seoul의 화강암 능선부터 Jeju의 화산 정상까지.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등반을 기록하고, 리뷰를 남기고, 랭킹에 올라보세요.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743200"/>
            <a:ext cx="3200400" cy="10973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74320" y="2834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명산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463040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전설·이야기 수록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2834640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1,947m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324612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최고봉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703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A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PWA · 오프라인 지원  |  🌐 영어 · 한국어  |  🔒 무료 · 광고 없음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4069080"/>
            <a:ext cx="2743200" cy="438912"/>
          </a:xfrm>
          <a:prstGeom prst="roundRect">
            <a:avLst>
              <a:gd name="adj" fmla="val 25000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0040" y="40690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2C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k-mountain.champrime.kr  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0"/>
            <a:ext cx="5303520" cy="5143500"/>
          </a:xfrm>
          <a:prstGeom prst="rect">
            <a:avLst/>
          </a:prstGeom>
          <a:solidFill>
            <a:srgbClr val="EEF3EC"/>
          </a:solidFill>
          <a:ln w="12700">
            <a:solidFill>
              <a:srgbClr val="EEF3E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114800" y="2560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114800" y="5669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Peaks가 제공하는 6가지 핵심 가치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69080" y="868680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224528" y="1069848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224528" y="1069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45736" y="1033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158개 산 카탈로그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45736" y="13441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영·한 이중언어 트레일 가이드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사진 · 전설 · 난이도 · 시즌 정보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565392" y="868680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720840" y="1069848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20840" y="1069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242048" y="10332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등반 인증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42048" y="134416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도착 자동 인식 · 포인트 획득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뱃지 시스템으로 성취감 강화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069080" y="2176272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224528" y="2377440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224528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745736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리뷰 &amp; 별점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45736" y="2651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등반 경험과 사진 공유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코스 선택에 도움되는 리뷰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65392" y="2176272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720840" y="2377440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72084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🏆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7242048" y="234086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 랭킹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242048" y="265176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전국 등산객 포인트 경쟁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난이도별 가중 점수 시스템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069080" y="3493008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224528" y="3694176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224528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4745736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동행 게시판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745736" y="396849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오를 파트너 찾기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 · 산 · 실력별 매칭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65392" y="3493008"/>
            <a:ext cx="2359152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9DEC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6720840" y="3694176"/>
            <a:ext cx="438912" cy="438912"/>
          </a:xfrm>
          <a:prstGeom prst="ellipse">
            <a:avLst/>
          </a:prstGeom>
          <a:solidFill>
            <a:srgbClr val="EEF3EC"/>
          </a:solidFill>
          <a:ln w="12700">
            <a:solidFill>
              <a:srgbClr val="C9DEC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6720840" y="3694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7242048" y="365760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C2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· 오프라인 지원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242048" y="3968496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설치 없이 홈화면 추가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D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인터넷 없이도 산 정보 열람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Korean Peaks 소개</dc:title>
  <dc:subject>PptxGenJS Presentation</dc:subject>
  <dc:creator>PptxGenJS</dc:creator>
  <cp:lastModifiedBy>PptxGenJS</cp:lastModifiedBy>
  <cp:revision>1</cp:revision>
  <dcterms:created xsi:type="dcterms:W3CDTF">2026-06-28T23:38:58Z</dcterms:created>
  <dcterms:modified xsi:type="dcterms:W3CDTF">2026-06-28T23:38:58Z</dcterms:modified>
</cp:coreProperties>
</file>
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산마루 소개 슬라이드. 수치: 명산 159곳, 전설·이야기 149편, 뱃지 16종.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" cy="5143500"/>
          </a:xfrm>
          <a:prstGeom prst="rect">
            <a:avLst/>
          </a:prstGeom>
          <a:solidFill>
            <a:srgbClr val="0A3D2B"/>
          </a:solidFill>
          <a:ln w="12700">
            <a:solidFill>
              <a:srgbClr val="0A3D2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365760"/>
            <a:ext cx="420624" cy="4206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96112" y="30175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산마루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896112" y="66751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9D8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한국의 명산 159 · k-mountain.champrime.kr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384048" y="10058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한국의 명산,</a:t>
            </a:r>
            <a:endParaRPr lang="en-US" sz="3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E7B6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정상에 서다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384048" y="2340864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8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서울의 화강암 능선부터 제주의 화산 정상까지.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8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정상에서 인증하고, 뱃지를 모아보세요.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384048" y="3017520"/>
            <a:ext cx="97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7B6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159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84048" y="3493008"/>
            <a:ext cx="97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9D8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명산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1359408" y="3017520"/>
            <a:ext cx="97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7B6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149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1359408" y="3493008"/>
            <a:ext cx="97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9D8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전설·이야기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2334768" y="3017520"/>
            <a:ext cx="97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7B6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2334768" y="3493008"/>
            <a:ext cx="97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9D8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뱃지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384048" y="391363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9D8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안드로이드 앱 · 웹   |   한국어 · English   |   무료 · 광고 없음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84048" y="4224528"/>
            <a:ext cx="2926080" cy="457200"/>
          </a:xfrm>
          <a:prstGeom prst="roundRect">
            <a:avLst>
              <a:gd name="adj" fmla="val 24000"/>
            </a:avLst>
          </a:prstGeom>
          <a:solidFill>
            <a:srgbClr val="E7B64B"/>
          </a:solidFill>
          <a:ln w="12700">
            <a:solidFill>
              <a:srgbClr val="E7B64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4048" y="4224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2C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k-mountain.champrime.kr  →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" y="471830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D8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Play에서 '산마루' 검색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4005072" y="310896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6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4005072" y="73152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B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산마루가 제공하는 6가지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005072" y="1133856"/>
            <a:ext cx="2313432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5E3D8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151376" y="1371600"/>
            <a:ext cx="420624" cy="420624"/>
          </a:xfrm>
          <a:prstGeom prst="ellipse">
            <a:avLst/>
          </a:prstGeom>
          <a:solidFill>
            <a:srgbClr val="E6F0E8"/>
          </a:solidFill>
          <a:ln w="12700">
            <a:solidFill>
              <a:srgbClr val="E6F0E8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472184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681728" y="1335024"/>
            <a:ext cx="1527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6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명산 159곳 가이드</a:t>
            </a:r>
            <a:endParaRPr lang="en-US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4681728" y="1682496"/>
            <a:ext cx="1527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6B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사진·전설·난이도·시기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6B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한국어·영어 산행 정보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6483096" y="1133856"/>
            <a:ext cx="2313432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5E3D8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8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6629400" y="1371600"/>
            <a:ext cx="420624" cy="420624"/>
          </a:xfrm>
          <a:prstGeom prst="ellipse">
            <a:avLst/>
          </a:prstGeom>
          <a:solidFill>
            <a:srgbClr val="E6F0E8"/>
          </a:solidFill>
          <a:ln w="12700">
            <a:solidFill>
              <a:srgbClr val="E6F0E8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9984" y="1472184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7159752" y="1335024"/>
            <a:ext cx="1527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6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GPS 정상 인증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7159752" y="1682496"/>
            <a:ext cx="1527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6B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1km 안에서 인증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6B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카드 저장·공유</a:t>
            </a:r>
            <a:endParaRPr lang="en-US" sz="900" dirty="0"/>
          </a:p>
        </p:txBody>
      </p:sp>
      <p:sp>
        <p:nvSpPr>
          <p:cNvPr id="30" name="Shape 25"/>
          <p:cNvSpPr/>
          <p:nvPr/>
        </p:nvSpPr>
        <p:spPr>
          <a:xfrm>
            <a:off x="4005072" y="2432304"/>
            <a:ext cx="2313432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5E3D8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8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4151376" y="2670048"/>
            <a:ext cx="420624" cy="420624"/>
          </a:xfrm>
          <a:prstGeom prst="ellipse">
            <a:avLst/>
          </a:prstGeom>
          <a:solidFill>
            <a:srgbClr val="E6F0E8"/>
          </a:solidFill>
          <a:ln w="12700">
            <a:solidFill>
              <a:srgbClr val="E6F0E8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2770632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4681728" y="2633472"/>
            <a:ext cx="1527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6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뱃지 16종 수집</a:t>
            </a:r>
            <a:endParaRPr lang="en-US" sz="1150" dirty="0"/>
          </a:p>
        </p:txBody>
      </p:sp>
      <p:sp>
        <p:nvSpPr>
          <p:cNvPr id="34" name="Text 28"/>
          <p:cNvSpPr txBox="1"/>
          <p:nvPr/>
        </p:nvSpPr>
        <p:spPr>
          <a:xfrm>
            <a:off x="4681728" y="2980944"/>
            <a:ext cx="1527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6B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등반부터 100봉까지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6B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획득하면 바로 알림</a:t>
            </a:r>
            <a:endParaRPr lang="en-US" sz="900" dirty="0"/>
          </a:p>
        </p:txBody>
      </p:sp>
      <p:sp>
        <p:nvSpPr>
          <p:cNvPr id="35" name="Shape 29"/>
          <p:cNvSpPr/>
          <p:nvPr/>
        </p:nvSpPr>
        <p:spPr>
          <a:xfrm>
            <a:off x="6483096" y="2432304"/>
            <a:ext cx="2313432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5E3D8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8000"/>
              </a:srgbClr>
            </a:outerShdw>
          </a:effectLst>
        </p:spPr>
      </p:sp>
      <p:sp>
        <p:nvSpPr>
          <p:cNvPr id="36" name="Shape 30"/>
          <p:cNvSpPr/>
          <p:nvPr/>
        </p:nvSpPr>
        <p:spPr>
          <a:xfrm>
            <a:off x="6629400" y="2670048"/>
            <a:ext cx="420624" cy="420624"/>
          </a:xfrm>
          <a:prstGeom prst="ellipse">
            <a:avLst/>
          </a:prstGeom>
          <a:solidFill>
            <a:srgbClr val="E6F0E8"/>
          </a:solidFill>
          <a:ln w="12700">
            <a:solidFill>
              <a:srgbClr val="E6F0E8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2770632"/>
            <a:ext cx="219456" cy="219456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7159752" y="2633472"/>
            <a:ext cx="1527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6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정복 지도 · 랭킹</a:t>
            </a:r>
            <a:endParaRPr lang="en-US" sz="1150" dirty="0"/>
          </a:p>
        </p:txBody>
      </p:sp>
      <p:sp>
        <p:nvSpPr>
          <p:cNvPr id="39" name="Text 32"/>
          <p:cNvSpPr txBox="1"/>
          <p:nvPr/>
        </p:nvSpPr>
        <p:spPr>
          <a:xfrm>
            <a:off x="7159752" y="2980944"/>
            <a:ext cx="1527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6B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다녀온 산을 지도에 기록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6B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난이도별 포인트 랭킹</a:t>
            </a:r>
            <a:endParaRPr lang="en-US" sz="900" dirty="0"/>
          </a:p>
        </p:txBody>
      </p:sp>
      <p:sp>
        <p:nvSpPr>
          <p:cNvPr id="40" name="Shape 33"/>
          <p:cNvSpPr/>
          <p:nvPr/>
        </p:nvSpPr>
        <p:spPr>
          <a:xfrm>
            <a:off x="4005072" y="3730752"/>
            <a:ext cx="2313432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5E3D8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8000"/>
              </a:srgbClr>
            </a:outerShdw>
          </a:effectLst>
        </p:spPr>
      </p:sp>
      <p:sp>
        <p:nvSpPr>
          <p:cNvPr id="41" name="Shape 34"/>
          <p:cNvSpPr/>
          <p:nvPr/>
        </p:nvSpPr>
        <p:spPr>
          <a:xfrm>
            <a:off x="4151376" y="3968496"/>
            <a:ext cx="420624" cy="420624"/>
          </a:xfrm>
          <a:prstGeom prst="ellipse">
            <a:avLst/>
          </a:prstGeom>
          <a:solidFill>
            <a:srgbClr val="E6F0E8"/>
          </a:solidFill>
          <a:ln w="12700">
            <a:solidFill>
              <a:srgbClr val="E6F0E8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1960" y="4069080"/>
            <a:ext cx="219456" cy="219456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4681728" y="3931920"/>
            <a:ext cx="1527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6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동행 · 후기</a:t>
            </a:r>
            <a:endParaRPr lang="en-US" sz="1150" dirty="0"/>
          </a:p>
        </p:txBody>
      </p:sp>
      <p:sp>
        <p:nvSpPr>
          <p:cNvPr id="44" name="Text 36"/>
          <p:cNvSpPr txBox="1"/>
          <p:nvPr/>
        </p:nvSpPr>
        <p:spPr>
          <a:xfrm>
            <a:off x="4681728" y="4279392"/>
            <a:ext cx="1527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6B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오를 사람 찾기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6B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사진·후기·유튜브 공유</a:t>
            </a:r>
            <a:endParaRPr lang="en-US" sz="900" dirty="0"/>
          </a:p>
        </p:txBody>
      </p:sp>
      <p:sp>
        <p:nvSpPr>
          <p:cNvPr id="45" name="Shape 37"/>
          <p:cNvSpPr/>
          <p:nvPr/>
        </p:nvSpPr>
        <p:spPr>
          <a:xfrm>
            <a:off x="6483096" y="3730752"/>
            <a:ext cx="2313432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5E3D8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8000"/>
              </a:srgbClr>
            </a:outerShdw>
          </a:effectLst>
        </p:spPr>
      </p:sp>
      <p:sp>
        <p:nvSpPr>
          <p:cNvPr id="46" name="Shape 38"/>
          <p:cNvSpPr/>
          <p:nvPr/>
        </p:nvSpPr>
        <p:spPr>
          <a:xfrm>
            <a:off x="6629400" y="3968496"/>
            <a:ext cx="420624" cy="420624"/>
          </a:xfrm>
          <a:prstGeom prst="ellipse">
            <a:avLst/>
          </a:prstGeom>
          <a:solidFill>
            <a:srgbClr val="E6F0E8"/>
          </a:solidFill>
          <a:ln w="12700">
            <a:solidFill>
              <a:srgbClr val="E6F0E8"/>
            </a:solidFill>
            <a:prstDash val="solid"/>
          </a:ln>
        </p:spPr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9984" y="4069080"/>
            <a:ext cx="219456" cy="219456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7159752" y="3931920"/>
            <a:ext cx="1527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6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산행 안전 정보</a:t>
            </a:r>
            <a:endParaRPr lang="en-US" sz="1150" dirty="0"/>
          </a:p>
        </p:txBody>
      </p:sp>
      <p:sp>
        <p:nvSpPr>
          <p:cNvPr id="49" name="Text 40"/>
          <p:cNvSpPr txBox="1"/>
          <p:nvPr/>
        </p:nvSpPr>
        <p:spPr>
          <a:xfrm>
            <a:off x="7159752" y="4279392"/>
            <a:ext cx="1527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6B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날씨 · SOS 화면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6B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하이킹 코스 · 맛집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산마루 소개</dc:title>
  <dc:subject>PptxGenJS Presentation</dc:subject>
  <dc:creator>PptxGenJS</dc:creator>
  <cp:lastModifiedBy>PptxGenJS</cp:lastModifiedBy>
  <cp:revision>1</cp:revision>
  <dcterms:created xsi:type="dcterms:W3CDTF">2026-09-13T13:46:02Z</dcterms:created>
  <dcterms:modified xsi:type="dcterms:W3CDTF">2026-09-13T13:46:02Z</dcterms:modified>
</cp:coreProperties>
</file>
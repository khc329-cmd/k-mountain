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40480" cy="5143500"/>
          </a:xfrm>
          <a:prstGeom prst="rect">
            <a:avLst/>
          </a:prstGeom>
          <a:solidFill>
            <a:srgbClr val="2D5A3D"/>
          </a:solidFill>
          <a:ln w="12700">
            <a:solidFill>
              <a:srgbClr val="2D5A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7432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⛰️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68680" y="27432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Korean Peaks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68680" y="548640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30" kern="0" dirty="0">
                <a:solidFill>
                  <a:srgbClr val="A8C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 Mountains  ·  k-mountain.champrime.kr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320040" y="960120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Conquer Korea's</a:t>
            </a:r>
            <a:endParaRPr lang="en-US" sz="2800" dirty="0"/>
          </a:p>
          <a:p>
            <a:pPr algn="l" indent="0" marL="0">
              <a:buNone/>
            </a:pPr>
            <a:r>
              <a:rPr lang="en-US" sz="28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Famous Mountains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320040" y="2057400"/>
            <a:ext cx="3246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8C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Seoul's granite ridges to Jeju's volcanic summit —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A8C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your climbs, rate every peak, and rise the leaderboard.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20040" y="2743200"/>
            <a:ext cx="3200400" cy="10973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2834640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274320" y="3246120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50" kern="0" dirty="0">
                <a:solidFill>
                  <a:srgbClr val="A8C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Mountains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1463040" y="2834640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1463040" y="3246120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50" kern="0" dirty="0">
                <a:solidFill>
                  <a:srgbClr val="A8C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Nat'l Parks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606040" y="2834640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1,947m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606040" y="3246120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50" kern="0" dirty="0">
                <a:solidFill>
                  <a:srgbClr val="A8C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Peak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20040" y="3703320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A8C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 PWA · Offline Ready  |  🌐 English · Korean  |  🔒 Free · No Ads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20040" y="4069080"/>
            <a:ext cx="2743200" cy="438912"/>
          </a:xfrm>
          <a:prstGeom prst="roundRect">
            <a:avLst>
              <a:gd name="adj" fmla="val 25000"/>
            </a:avLst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0040" y="406908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C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k-mountain.champrime.kr  →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840480" y="0"/>
            <a:ext cx="5303520" cy="5143500"/>
          </a:xfrm>
          <a:prstGeom prst="rect">
            <a:avLst/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114800" y="256032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114800" y="566928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reasons hikers love Korean Peaks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069080" y="868680"/>
            <a:ext cx="2359152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C9DEC1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224528" y="1069848"/>
            <a:ext cx="438912" cy="438912"/>
          </a:xfrm>
          <a:prstGeom prst="ellipse">
            <a:avLst/>
          </a:prstGeom>
          <a:solidFill>
            <a:srgbClr val="EEF3EC"/>
          </a:solidFill>
          <a:ln w="12700">
            <a:solidFill>
              <a:srgbClr val="C9DEC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224528" y="10698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🗺️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4745736" y="103327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 Mountain Catalog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745736" y="1344168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D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trail guides (EN/KO)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D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Photos · Difficulty · Best Season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565392" y="868680"/>
            <a:ext cx="2359152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C9DEC1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720840" y="1069848"/>
            <a:ext cx="438912" cy="438912"/>
          </a:xfrm>
          <a:prstGeom prst="ellipse">
            <a:avLst/>
          </a:prstGeom>
          <a:solidFill>
            <a:srgbClr val="EEF3EC"/>
          </a:solidFill>
          <a:ln w="12700">
            <a:solidFill>
              <a:srgbClr val="C9DEC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720840" y="10698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7242048" y="103327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 Summit Verification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242048" y="1344168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D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Auto-detect arrival at the peak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D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Earn points &amp; unlock badges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069080" y="2176272"/>
            <a:ext cx="2359152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C9DEC1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224528" y="2377440"/>
            <a:ext cx="438912" cy="438912"/>
          </a:xfrm>
          <a:prstGeom prst="ellipse">
            <a:avLst/>
          </a:prstGeom>
          <a:solidFill>
            <a:srgbClr val="EEF3EC"/>
          </a:solidFill>
          <a:ln w="12700">
            <a:solidFill>
              <a:srgbClr val="C9DEC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224528" y="23774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⭐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4745736" y="2340864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&amp; Ratings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745736" y="265176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D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your climb experience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D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others choose their route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565392" y="2176272"/>
            <a:ext cx="2359152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C9DEC1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720840" y="2377440"/>
            <a:ext cx="438912" cy="438912"/>
          </a:xfrm>
          <a:prstGeom prst="ellipse">
            <a:avLst/>
          </a:prstGeom>
          <a:solidFill>
            <a:srgbClr val="EEF3EC"/>
          </a:solidFill>
          <a:ln w="12700">
            <a:solidFill>
              <a:srgbClr val="C9DEC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720840" y="23774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🏆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7242048" y="2340864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Leaderboard Ranking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7242048" y="265176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D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 with hikers nationwide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D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Difficulty-weighted point system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069080" y="3493008"/>
            <a:ext cx="2359152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C9DEC1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4224528" y="3694176"/>
            <a:ext cx="438912" cy="438912"/>
          </a:xfrm>
          <a:prstGeom prst="ellipse">
            <a:avLst/>
          </a:prstGeom>
          <a:solidFill>
            <a:srgbClr val="EEF3EC"/>
          </a:solidFill>
          <a:ln w="12700">
            <a:solidFill>
              <a:srgbClr val="C9DEC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224528" y="36941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👥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4745736" y="365760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Companion Board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4745736" y="3968496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D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hiking partners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D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by date, mountain &amp; level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565392" y="3493008"/>
            <a:ext cx="2359152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C9DEC1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6720840" y="3694176"/>
            <a:ext cx="438912" cy="438912"/>
          </a:xfrm>
          <a:prstGeom prst="ellipse">
            <a:avLst/>
          </a:prstGeom>
          <a:solidFill>
            <a:srgbClr val="EEF3EC"/>
          </a:solidFill>
          <a:ln w="12700">
            <a:solidFill>
              <a:srgbClr val="C9DEC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720840" y="36941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📱</a:t>
            </a:r>
            <a:endParaRPr lang="en-US" sz="1800" dirty="0"/>
          </a:p>
        </p:txBody>
      </p:sp>
      <p:sp>
        <p:nvSpPr>
          <p:cNvPr id="49" name="Text 47"/>
          <p:cNvSpPr/>
          <p:nvPr/>
        </p:nvSpPr>
        <p:spPr>
          <a:xfrm>
            <a:off x="7242048" y="365760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 · Offline Support</a:t>
            </a:r>
            <a:endParaRPr lang="en-US" sz="1150" dirty="0"/>
          </a:p>
        </p:txBody>
      </p:sp>
      <p:sp>
        <p:nvSpPr>
          <p:cNvPr id="50" name="Text 48"/>
          <p:cNvSpPr/>
          <p:nvPr/>
        </p:nvSpPr>
        <p:spPr>
          <a:xfrm>
            <a:off x="7242048" y="3968496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D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app install needed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D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home screen · Works offline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Korean Peaks – Introduction</dc:title>
  <dc:subject>PptxGenJS Presentation</dc:subject>
  <dc:creator>PptxGenJS</dc:creator>
  <cp:lastModifiedBy>PptxGenJS</cp:lastModifiedBy>
  <cp:revision>1</cp:revision>
  <dcterms:created xsi:type="dcterms:W3CDTF">2026-06-28T23:51:33Z</dcterms:created>
  <dcterms:modified xsi:type="dcterms:W3CDTF">2026-06-28T23:51:33Z</dcterms:modified>
</cp:coreProperties>
</file>
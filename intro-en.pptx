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⛰️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Peaks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548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3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Mountains  ·  k-mountain.champrime.kr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Conquer Korea's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Mountains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Seoul's granite ridges to Jeju's volcanic summit —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climbs, rate every peak, and rise the leaderboard.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3200400" cy="10973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Legends &amp; Lore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1,947m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5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Peak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703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PWA · Offline Ready  |  🌐 English · Korean  |  🔒 Free · No Ads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2743200" cy="438912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4069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k-mountain.champrime.kr 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14800" y="256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5669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reasons hikers love Korean Peaks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868680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224528" y="1069848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24528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45736" y="1033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Mountain Catalog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45736" y="13441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trail guides (EN/KO)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· Legends · Difficulty · Season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65392" y="868680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720840" y="1069848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20840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42048" y="1033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Summit Verification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42048" y="13441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arrival at the peak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&amp; unlock badges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2176272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224528" y="2377440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24528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45736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45736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climb experience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others choose their route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65392" y="2176272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720840" y="2377440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208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42048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Ranking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42048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with hikers nationwide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Difficulty-weighted point system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69080" y="3493008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224528" y="3694176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2245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45736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Board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45736" y="396849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hiking partners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date, mountain &amp; level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65392" y="3493008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720840" y="3694176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72084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242048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Offline Support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242048" y="396849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install needed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 · Works offline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Korean Peaks – Introduction</dc:title>
  <dc:subject>PptxGenJS Presentation</dc:subject>
  <dc:creator>PptxGenJS</dc:creator>
  <cp:lastModifiedBy>PptxGenJS</cp:lastModifiedBy>
  <cp:revision>1</cp:revision>
  <dcterms:created xsi:type="dcterms:W3CDTF">2026-06-28T23:51:33Z</dcterms:created>
  <dcterms:modified xsi:type="dcterms:W3CDTF">2026-06-28T23:51:33Z</dcterms:modified>
</cp:coreProperties>
</file>